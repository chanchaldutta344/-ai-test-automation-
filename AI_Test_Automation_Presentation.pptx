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AI-Powered Test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5B4FC"/>
                </a:solidFill>
              </a:defRPr>
            </a:pPr>
            <a:r>
              <a:t>Generate, Execute &amp; Validate Tests with Generative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</a:defRPr>
            </a:pPr>
            <a:r>
              <a:t>Powered by Google Gemini | React + FastAPI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</a:defRPr>
            </a:pPr>
            <a:r>
              <a:t>Confidential | Client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</a:defRPr>
            </a:pPr>
            <a: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Manual Test Creation is Slow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9659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QA teams spend hours writing test cases for each user story. This delays sprint velocity and increases time-to-market.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Tests Don't Cover Edge Cases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00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Human testers often miss boundary conditions and edge cases, leading to bugs in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No Real Execution Against Live 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Traditional test management tools generate test plans but don't actually execute them against real applications.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166360"/>
            <a:ext cx="10515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257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Siloed Tooling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66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Teams juggle multiple tools for test design, API testing, and browser testing - increasing complexity and cost.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75569"/>
                </a:solidFill>
              </a:defRPr>
            </a:pPr>
            <a:r>
              <a:t>An AI-powered platform that generates, executes, and validates test cases - all from a single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3383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</a:defRPr>
            </a:pPr>
            <a:r>
              <a:t>AI Test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Enter acceptance criteria and get 3 intelligent test cases (positive, negative, edge case) in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Real HTTP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Execute tests against real URLs with actual HTTP requests. See real status codes and response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38328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2011680"/>
            <a:ext cx="338328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3774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Browser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926080"/>
            <a:ext cx="2834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Run tests in a real headless Chromium browser via Playwright. Verify UI elements, navigation, and content.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</a:defRPr>
            </a:pPr>
            <a:r>
              <a:t>Three Execution Modes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383280" cy="914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F46E5"/>
                </a:solidFill>
              </a:defRPr>
            </a:pPr>
            <a:r>
              <a:t>1. AI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How: AI reasons about test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Best For: Requirements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7490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Speed: Fast (seconds)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2976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No target URL needed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4592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383280" cy="91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</a:defRPr>
            </a:pPr>
            <a:r>
              <a:t>2. HTTP Testing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How: Real HTTP requests via httpx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Best For: API endpoint validation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37490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Speed: Medium (network dependent)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2976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Requires target URL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645920"/>
            <a:ext cx="338328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645920"/>
            <a:ext cx="3383280" cy="91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116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3. Browser Testing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651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How: Headless Chromium via Playwright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2004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Best For: E2E / UI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490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Speed: Slower (real browser)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Requires target URL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</a:defRPr>
            </a:pPr>
            <a: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00400" cy="4114800"/>
          </a:xfrm>
          <a:prstGeom prst="roundRect">
            <a:avLst/>
          </a:prstGeom>
          <a:solidFill>
            <a:srgbClr val="EEF2FF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Frontend (React + TypeScript)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shadcn/ui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Execution Mode Selector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Target URL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Test Case Viewer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Step-by-Step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800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Summary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32004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</a:defRPr>
            </a:pPr>
            <a:r>
              <a:t>REST 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645920"/>
            <a:ext cx="3200400" cy="4114800"/>
          </a:xfrm>
          <a:prstGeom prst="roundRect">
            <a:avLst/>
          </a:prstGeom>
          <a:solidFill>
            <a:srgbClr val="ECFDF5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</a:defRPr>
            </a:pPr>
            <a:r>
              <a:t>Backend (FastAPI + Python)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Google Gemini 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/api/generate-tests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329184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/api/execute-tests (AI)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37947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/api/execute-tests-http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/api/execute-tests-browser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800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Pydantic Models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1645920"/>
            <a:ext cx="2743200" cy="4114800"/>
          </a:xfrm>
          <a:prstGeom prst="roundRect">
            <a:avLst/>
          </a:prstGeom>
          <a:solidFill>
            <a:srgbClr val="F5F3FF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B5CF6"/>
                </a:solidFill>
              </a:defRPr>
            </a:pPr>
            <a:r>
              <a:t>External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2860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Google Gemini API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7889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Target URL (httpx)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29184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Headless Chromium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7947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</a:defRPr>
            </a:pPr>
            <a:r>
              <a:t>- (Playwright)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</a:defRPr>
            </a:pPr>
            <a:r>
              <a:t>How It Works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6304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Enter Criteria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28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User provides acceptance criteria and optional user story in the UI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46888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5146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AI Generates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34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Google Gemini creates 3 test cases: positive, negative, and edge case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Select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Choose execution mode: AI Simulation, HTTP Testing, or Browser Testing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48056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62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Execute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846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Tests run against the target (AI reasoning, real HTTP, or headless browser)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5486400"/>
            <a:ext cx="548640" cy="54864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View Results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852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Detailed pass/fail results with step-by-step execution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</a:defRPr>
            </a:pPr>
            <a:r>
              <a:t>Key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</a:defRPr>
            </a:pPr>
            <a:r>
              <a:t>10x Faster Test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57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Generate comprehensive test cases in seconds instead of hours of manual work.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46304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6002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</a:defRPr>
            </a:pPr>
            <a:r>
              <a:t>Real-World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20574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Go beyond simulation - test against actual HTTP endpoints and browser-rendered pages.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</a:defRPr>
            </a:pPr>
            <a:r>
              <a:t>Better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6118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AI identifies edge cases and negative scenarios that humans often miss.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01752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3154679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</a:defRPr>
            </a:pPr>
            <a:r>
              <a:t>Unified 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61187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One tool for test generation, API testing, and browser testing - no more tool sprawl.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</a:defRPr>
            </a:pPr>
            <a:r>
              <a:t>Cost Reduction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5166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Reduce QA effort by 60-80% while improving test quality and coverage.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572000"/>
            <a:ext cx="530352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470916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F46E5"/>
                </a:solidFill>
              </a:defRPr>
            </a:pPr>
            <a:r>
              <a:t>Zero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5166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No database needed. Stateless architecture. Deploy anywhere in minutes.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</a:defRPr>
            </a:pPr>
            <a:r>
              <a:t>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Agile Sprint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Product owners write acceptance criteria in Jira. Feed them into the tool to instantly generate and execute test cases - keeping pace with rapid sprints.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API Regression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Point HTTP mode at your staging API after each deployment. Catch breaking changes in endpoints, status codes, and response structures automatically.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02335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E-Commerce / Web App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4348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Use Browser mode to test login flows, form submissions, navigation, and content rendering on real web pages with headless Chromium.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212079"/>
            <a:ext cx="105156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5303519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Requirements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714999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Use AI Simulation mode during design phase to validate acceptance criteria completeness before any code is written.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4F46E5"/>
                </a:solidFill>
              </a:defRPr>
            </a:pPr>
            <a: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14630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React 19, TypeScript, Vite, Tailwind CSS, shadcn/ui, Lucide Icons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Backend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86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Python 3.12, FastAPI, Pydantic, Poetry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01752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AI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1089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Google Gemini (gemini-2.5-flash-lite, with multi-model fallback)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HTTP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9319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httpx (async HTTP client with timeout &amp; redirect handling)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66344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Browser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7548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Playwright (headless Chromium, async API)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5156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577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F46E5"/>
                </a:solidFill>
              </a:defRPr>
            </a:pPr>
            <a:r>
              <a:t>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57784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</a:defRPr>
            </a:pPr>
            <a:r>
              <a:t>Fly.io (backend), Static hosting (frontend), GitHub (source)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D2FE"/>
                </a:solidFill>
              </a:defRPr>
            </a:pPr>
            <a:r>
              <a:t>1. Live Demo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606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D2FE"/>
                </a:solidFill>
              </a:defRPr>
            </a:pPr>
            <a:r>
              <a:t>2. Pilot Program with Your QA Team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200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D2FE"/>
                </a:solidFill>
              </a:defRPr>
            </a:pPr>
            <a:r>
              <a:t>3. Custom Integration with Your CI/CD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794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7D2FE"/>
                </a:solidFill>
              </a:defRPr>
            </a:pPr>
            <a:r>
              <a:t>4. Enterprise Deployment &amp; Security 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</a:defRPr>
            </a:pPr>
            <a: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